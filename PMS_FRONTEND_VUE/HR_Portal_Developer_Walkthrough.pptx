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Comprehensive walkthrough of the Melcom HR Portal for the development/technical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Melcom HR Portal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Walkthrough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guide to every module, page, and feature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Melcom Group of Companies  |  IT Software Development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3, Laravel, deployment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993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flow, role-based redirects, token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06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 &amp; Navigation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980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routing, permissions, dark mode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198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19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6941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stats, charts, regional data, employee drilldown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133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Onboarding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407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form, data capture, OTP verification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20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picker, CSV export, search, filtering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559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5559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5833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KPIs, leaderboard widget, weekly progress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Management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goal creation, SMART criteria, quarterly tracking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0840" y="1993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competency ratings, weighted scoring, signatures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7066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2706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2980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review wizard, manager ratings, PDF dossier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4198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0840" y="3419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36941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by rating/completion, employee drilldown modal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20840" y="4133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Module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20840" y="4407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Line Manager Console, PMS Submissions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4846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2084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20840" y="5120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change, user info, dark mode toggle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5559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20840" y="5559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20840" y="5833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deploy scripts, route cache clearing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deployment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6304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Composition API (script setup)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 tool &amp; dev server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PrimeVue 4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(Nora theme) — UI components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Utility-first styling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State management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ApexCharts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Dashboard visualizations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html2pdf.js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PDF generation from DOM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4630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9659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10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PHP framework (REST API)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Primary database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Server stack on Windows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API token authentication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Database models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Server: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192.168.0.20:5050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Base: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/pms_backend/api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Deployment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20 (192.168.0.20)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Windows + XAMPP, port 5050. Frontend at C:\xampp\htdocs\PMS\pms_frontend\, Backend at C:\xampp\htdocs\PMS\pms_backend\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Pipeline: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dev machine &gt; Share folder (\\192.168.0.24) &gt; robocopy to Server 20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Build: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npm run build &gt; deploy_pms_frontend.bat &gt; robocopy dist to server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Cache: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Hit /api/run-route-clear after backend deploy to clear Laravel route cache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Login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token storage, role-based routing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Component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(root)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views/LoginView.vue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Required: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split layout with Melcom branding image on left, login form on right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fields with show/hide toggle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 display on invalid credentials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spinner during authentication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receives user object + bearer token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 data and token in localStorage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redirect after login based on role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3949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logged-in users auto-redirect away from login page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1280160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Redirect Logic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920240"/>
          <a:ext cx="4572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/pms/goals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/pms/goals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Officer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permitted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492240" y="44805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6656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Management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766560" y="5074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pms_axios.js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a dedicated Axios instance
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interceptor attaches Bearer token from localStorage
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interceptor catches 401 &gt; clears storage &gt; redirects to /
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from </a:t>
            </a:r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VITE_API_BASE_URL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 variable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 &amp; Navigation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structure, permission-based menus, dark mode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&amp; Routing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Menu Structure (Nav.vue)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&gt;  /dashboard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(dropdown)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2414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 &gt;  /onboarding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7066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 &gt;  /employees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999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(dropdown)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&gt;  /pms/dashboard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 &gt;  /pms/goals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3877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 &gt;  /pms/appraisal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169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 &gt;  /pms/review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(dropdown)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 &gt;  /users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5047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 Console  &gt;  /pms/employee-master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5340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Submissions  &gt;  /hr/submissions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632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 &gt;  /profile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1280160"/>
            <a:ext cx="5029200" cy="50292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Sidebar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260px expanded to 80px collapsed. State persisted in localStorage.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2441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Permission-Based Visibility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menu item checks loguser.permissions array. Only permitted routes shown.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3008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236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body.dark-mode class. CSS variables handle all color switches.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35753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Route Indicator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bar on the active router-link via .active-indicator element.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4142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Submenus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4370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Performance, HR Admin groups with chevron toggle.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Nav Guard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4937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link disabled (opacity-50) when no goals pending appraisal.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5276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66560" y="5504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router.beforeEach checks requiresAuth + permissions. HR Head bypasses all.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58430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NProgress Bar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6071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loading bar on every route transition.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metrics, regional distribution, department breakdowns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views/app/DashboardView.vue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Head (role 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from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5544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6916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Onboarding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908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from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6916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from 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06840" y="15544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16916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4692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4692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from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83464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Melcom Departments (Treemap)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383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ApexCharts treemap showing employee count per department. Click any block to drill down into a searchable employee popup dialog with light theme.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Hospitality Departments (bar chart)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Regional Distribution (bar chart) for 8 Ghana regions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Gender Breakdown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Employee Status Distribution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834640"/>
            <a:ext cx="5212080" cy="3474720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chart segments open employee list popup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776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popup with search, profile photos, and details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41239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Light-themed PrimeVue Dialog (custom .emp-dialog-light styles)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4714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aggregation from branch-to-region mapping arrays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4818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lookup helpers (finddept, findbranch, findcompany)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overlay via Pinia store (setIsLoading)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5513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support with CSS variable switching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Onboarding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multi-section data capture form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Onboarding Form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/onboarding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views/app/OnbaordingView.vue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Officer (2), HR Head (4)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Personal Information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 (age validation: 18-80), gender, citizenship, marital status, Ghana Card, contacts, addresses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633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Position &amp; Employment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company, department, branch/location, position, contract type, joining date, employee 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639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Bank &amp; Social Security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name, account type, account number, Social Security number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645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Family Details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 information (multiple wives support), children records, next of kin/nominee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650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Emergency Contacts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436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emergency contact entries with name, phone, relationship, address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15544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Education &amp; Qualifications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19202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education records with institution, qualification type, year, certificate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5603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2633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Work Experience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9260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employer entries with position, dates, reason for leaving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356616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3639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References &amp; Guarantors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9319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entries + guarantor details with witness section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45720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4645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Documents &amp; Uploads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49377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attachments for certificates, ID copies, passport photos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557784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5650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OTP Verification &amp; Submit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9436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acceptance checkbox, OTP request/verification, final form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List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 with dynamic columns and CSV export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List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/employees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views/app/EmployeesView.vue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Officer (2), HR Head (4)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858000" cy="4754880"/>
          </a:xfrm>
          <a:prstGeom prst="roundRect">
            <a:avLst>
              <a:gd name="adj" fmla="val 192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Functionality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Column Picker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20+ optional columns (Position Details, Personal Info). Default 7 columns always visible.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71576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text search across employee ID, name, email, mobile. Multi-criteria filter sidebar.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2826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1129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currently visible columns + data to CSV file. Respects active column selection and filters.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8496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 Navigation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07822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to navigate to /employee/:empid for full employee profile view.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41655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Display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64515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 badges using findstatus() lookup. Shows onboarding progress state.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Lookups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coded values resolved to display names via masterdata helpers.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55504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Support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77900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Print-friendly styling. Nav and header hidden via @media print CSS.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0" y="1554480"/>
            <a:ext cx="3749040" cy="47548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Groups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(locked)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ID, First Name, Surname, Email, Mobile No, Status, Created By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Details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3840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Contract Category, Location, Department, Position, Joining Date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4892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5212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Name, Citizenship, GH Card, Address, Hometown, Alt Phone, Gender, DOB, SSN, Marital Status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leaderboard, weekly progress chart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/pms/dashboard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views/app/pms/DashboardView.vue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 (3), HR Head (4)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users with goals. Shows X of Y goals completed.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29000" y="15087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top employees' avg_rating values.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Goals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 count + pending appraisals count.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06840" y="15087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Completed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goals + approved appraisals.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Indicators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00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date display: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current date with green pulsing dot and 'Live' badge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Chart: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ApexCharts area chart showing goals created over the last 7 days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Goals: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goals with status badges, time progress bar, and user avatars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Distribution: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showing goal status breakdown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/pms/dashboard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269748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Widget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200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top 5 employees ranked by real avg_rating from appraisal_data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shows: avatar initial, name + job title, star rating, numeric score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 employee to open modal with their goal details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buildLeaderboard(5) in PMSDashboardController extracts managerRating from appraisal_data competencies, deduplicates by normalized candidate_name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track, and manage performance goals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Management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/pms/goals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views/app/pms/GoalsView.vue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 (3), HR Head (4)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View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selector dropdown (current year - 5 years)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404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cards: Record ID, candidate name, title, status badge, time progress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798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badges: Draft, In Progress, Submitted, Completed, Approved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191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goal card for detail modal with full info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584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modal: descriptions, purposes, challenges, SMART, quarterly, appraisal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Goal button switches to creation wizard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370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support with PDF dossier (MELCOM HR PMS watermark)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Creation Wizard (2 Steps)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Goal Details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3317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selection via AutoComplete from HR DB. Auto-fills: name, code, dept, job title, location, manager. Goal title, category, target, dates. Dynamic list fields: descriptions, purposes, challenges. SMART Criteria checkboxes (color-coded S-M-A-R-T badges).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Quarterly Tracking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2062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quarters (Q1-Q4) with auto-populated date ranges. Each quarter: start/end dates, target measures (dynamic list), evidence notes. Color-coded headers: Q1=red, Q2=purple, Q3=green, Q4=amber. Draft auto-save support. API: POST /pms/goals, PUT /pms/goals/{id}.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Appraisal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Competency-based rating with weighted scoring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/pms/appraisal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views/app/pms/AppraisalView.vue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 (3), HR Head (4)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85800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Performance Key Competencies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011680"/>
                <a:gridCol w="73152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of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of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Knowledge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50876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5 - Outstanding / Exceptional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0" y="2313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Exceeding Expectations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5280" y="2615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Meeting Expectations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55280" y="29169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Partly Meeting Expectations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Below Expectations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772400" y="397764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52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Fields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55280" y="4480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Potential ratings. 'Impressed Most' / 'Impressed Least' text areas. HOD comments section. Three signature fields: Candidate, Manager, HOD. Signature date auto-set to today. Read-only mode after review_completed. 2-step wizard (competencies then signatures).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review wizard with PDF dossier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/pms/review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views/app/pms/ReviewView.vue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 (3), HR Head (4)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submitted goal with all details: title, descriptions, purposes, challenges, SMART criteria badges (color-coded S-M-A-R-T), quarterly tracking tables with date ranges and target measures.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Review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3317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8 competency ratings side-by-side (Self vs Manager). Weighted score calculation displayed. Performance rating mapped to potential rating.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Assessment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enters overall performance rating (1-5), potential rating auto-mapped, performance and potential comments. HOD comments section.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06840" y="150876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&amp; Submit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23317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collection: Candidate, Manager, HOD names with date. Submit button finalizes (status becomes review_completed).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Dossier: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generates multi-page A4 PDF with MELCOM HR PMS watermark, goal summary, SMART criteria, quarterly tracking, competency ratings, signatures. Uses html2pdf.js.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Leaderboard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by rating and goal completion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/pms/leaderboard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views/app/pms/LeaderboardView.vue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 (3), HR Head (4)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Ranking Tabs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'By Rating' and 'By Completion'. Dynamic sorting.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Trophy Badges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get gold/silver/bronze trophy icons. Others show standard user icon.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Cards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initial, name, department, job title, avg rating stars, completion % bar.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name or department in real-time.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card for modal with all goals, statuses, ratings, dates.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Color-coded: completed=green, approved=blue, submitted=amber, draft=gray.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92240" y="1508760"/>
            <a:ext cx="502920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buildLeaderboard()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01168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/pms/leaderboard
</a:t>
            </a:r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PMSDashboardController@leaderboard
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
1. Fetch all Goals with user relationship
2. Group by normalized candidate_name (strtolower + trim)
3. For each employee: count goals, extract managerRating from appraisal_data.competencies, compute avg_rating
4. Sort: highest avg_rating first, then completion_pct
5. Return: user_id, name, department, job_title, avg_rating, completion_pct, goals[]
</a:t>
            </a:r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helper: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buildLeaderboard($limit) used by /pms/dashboard (top 5) and /pms/leaderboard (all)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Module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line manager assignments, submissions overview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Admin: Manage Users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views/app/UsersView.vue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Head (4) only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system users with name, username, role, permissions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user from existing users table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8254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password: 'Password'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095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assignment: 1=Standard, 2=HR Officer, 3=Line Manager, 4=HR Head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Permission-based page access control (category checkboxes)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user details and permissions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361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categories: Onboarding, Performance, HR Admin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7457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has specific page toggles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Pages Matrix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011680"/>
          <a:ext cx="4846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Path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/employees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/pms/dashboard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/pms/goals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Appraisal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/pms/appraisal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/pms/review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Submissions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/hr/submissions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Manager Console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/pms/employee-master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Admin: Line Manager Console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/pms/employee-master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views/app/pms/EmployeeMasterView.vue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Head (4) only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4754880"/>
          </a:xfrm>
          <a:prstGeom prst="roundRect">
            <a:avLst>
              <a:gd name="adj" fmla="val 192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mapping between Line Managers and their team members. Determines which employees a manager can create goals for and appraise.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List 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Line Manager users. Search by name. Each row: manager name, team count, actions.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644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Team Members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5112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modal with AutoComplete + MultiSelect. Search master employees from HR database.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9227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Team Modal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696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manager to see their full team list with employee codes and search.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5811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Manager User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828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system user as Line Manager. AutoComplete for candidate selection.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23951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/pms/employee-master, PUT /pms/employee-master/{id}, GET /pms/get-employees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Admin: PMS Submissions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/hr/submissions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views/app/hr/SubmissionsView.vue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Head (4) only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Purpose (Read-Only)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and print page. No approve/reject/delete actions. All submissions show status 'Submitted' (green badge). For HR Head to review and print appraisals.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 (3-column)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Submissions count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submissions with avg rating &gt; 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across all rated submissions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Columns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ID, Employee, Department, Job Title, Avg Rating (stars), Status ('Submitted'), View button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Sidebar &amp; Print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View opens right sidebar with full appraisal preview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0" y="23957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employee info, goal title, SMART badges, descriptions, quarterly tracking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0" y="27797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ratings table with self vs manager columns + weighted scores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0" y="3163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potential summary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0" y="35478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sections (impressed most/least, HOD comments)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0" y="3931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button generates multi-page A4 PDF dossier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includes MELCOM HR PMS watermark, A4 sizing (210x297mm)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47000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Clone-based printing (clones DOM, applies print styles)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0" y="50840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 display replaces old filter tabs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0" y="54681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employee name or department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profile, password management, theme preferences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/profile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views/app/ProfileView.vue   |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(1, 2, 3, 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Display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avatar (initial letter from name). Full name display. Role badge via findposition helper. Username and email fields. Account details from Pinia store (loguser). Read-only profile information.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Change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0116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password, new password, confirm password fields. Show/hide toggle for each. Client-side validation (required fields, password match). Invalid field highlighting (red border). API: POST /updatepassword. Error handling for incorrect old password. Toast notifications for feedback.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&amp; Theme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localStorage, resets Pinia store, redirects to /login.  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in sidebar adds body.dark-mode class. CSS variables for all colors. Stored in localStorage.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3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deploy, and route cache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96596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Folder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\\192.168.0.24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96596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96596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3544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npm run build (Vite production build)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deploy_pms_frontend.bat (robocopy dist to share)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 Server 20: robocopy from share to C:\xampp\htdocs\PMS\pms_frontend\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/MIR /MT /R:2 /W:5 /NP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Static files served by Apache at :5050/pms_frontend/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840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3434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deploy_pms_test.bat (robocopy to share)
   Excludes: vendor, node_modules, .git, storage
2. On Server 20: robocopy from share to pms_backend
3. Route cache clear: GET /api/run-route-clear
</a:t>
            </a:r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backend is HR Onboarding/hr/hr/ NOT PMS_BACKEND_LARAVEL/ (dev-only)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Application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389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&gt; token stored &gt; role-based redirect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965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KPIs + PMS metrics overview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46888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514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selects employee &gt; fills SMART goals &gt; quarterly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01752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063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saved &gt; status 'submitted' &gt; appears in appraisal queue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56616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3584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rates 8 competencies &gt; self + manager scores &gt; signatures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11480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4133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wizard &gt; performance/potential assessment &gt; HOD comments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466344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4681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0" y="4709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completed &gt; shows on leaderboard + submissions page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5212080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6304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0" y="5257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View/print submissions, manage users, assign teams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(Vue 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src/views/LoginView.vue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200253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src/views/AppInterface.vue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22219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src/views/app/DashboardView.vue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441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src/views/app/OnbaordingView.vue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6609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src/views/app/EmployeesView.vue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src/views/app/EmployeeView.vue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30998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src/views/app/UsersView.vue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33192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src/views/app/ProfileView.vue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5387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src/views/app/pms/DashboardView.vue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7581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src/views/app/pms/GoalsView.vue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src/views/app/pms/AppraisalView.vue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1970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src/views/app/pms/ReviewView.vue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44165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src/views/app/pms/LeaderboardView.vue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6360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src/views/app/pms/EmployeeMasterView.vue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48554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src/views/app/hr/SubmissionsView.vue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50749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src/components/Nav.vue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52943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src/helpers/pms_axios.js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55138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src/stores/user.js (Pinia)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57332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src/router/index.js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4400" y="59527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src/data/masterdata.js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128016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(Laravel)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17830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Onboarding/hr/hr/  &lt;- PRODUCTION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83680" y="19842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app/Http/Controllers/PMSDashboardController.php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83680" y="218541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app/Models/Goal.php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0" y="23865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app/Models/User.php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0" y="258775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routes/api.php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83680" y="27889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.env (production config)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83680" y="29900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83680" y="31912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PMS_BACKEND_LARAVEL/  &lt;- DEV ONLY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83680" y="33924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0" y="35935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 Routes: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0" y="379476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 /login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583680" y="39959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/pms/dashboard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83680" y="419709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/pms/goals | POST | PUT /{id}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583680" y="43982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/pms/leaderboard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0" y="45994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/pms/employee-master | PUT /{id}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83680" y="480060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/pms/get-employees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583680" y="500176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/hr/submissions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583680" y="520293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/users | POST | PUT /{id}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0" y="54041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 /updatepassword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583680" y="56052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/run-route-clear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09360" y="466344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8368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Scripts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83680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deploy_pms_frontend.bat - Build + robocopy frontend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deploy_pms_test.bat - Robocopy backend (excludes vendor)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.env.production - VITE_API_BASE_URL=http://192.168.0.20:5050/pms_backend/api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Melcom HR Portal - Complete Developer Walkthrough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 or updates, contact the IT Software Development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Melcom HR Portal – Developer Walkthrough</dc:title>
  <dc:subject>HR Portal Technical Walkthrough</dc:subject>
  <dc:creator>Melcom HR IT Team</dc:creator>
  <cp:lastModifiedBy>Melcom HR IT Team</cp:lastModifiedBy>
  <cp:revision>1</cp:revision>
  <dcterms:created xsi:type="dcterms:W3CDTF">2026-07-15T12:02:03Z</dcterms:created>
  <dcterms:modified xsi:type="dcterms:W3CDTF">2026-07-15T12:02:03Z</dcterms:modified>
</cp:coreProperties>
</file>